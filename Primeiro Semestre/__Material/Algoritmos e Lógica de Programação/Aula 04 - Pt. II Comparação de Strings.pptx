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44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61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02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73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709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24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18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80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497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76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556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623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240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471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543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00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37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A7B0832-F92E-49C3-BC7F-849C9956FF2D}" type="datetimeFigureOut">
              <a:rPr lang="pt-BR" smtClean="0"/>
              <a:t>18/03/2024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DD91050-EAFE-49F4-B9EE-A5CF4BABF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36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Comparação de Strings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Prof. Salvador Melo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870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Introdução às Strings em Java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As strings em Java são sequências de caracteres, e são objetos da classe String. Elas são imutáveis, o que significa que uma vez criadas, não podem ser modificadas. Por exemplo: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String str = "Olá, mundo!";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439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tipo boolean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tipo boolean em Java é um tipo primitivo que representa um valor lógico, ou seja, um valor que pode ser verdadeiro ou falso. Ele é utilizado principalmente em expressões condicionais e em estruturas de controle de fluxo para tomar decisões com base em condições.</a:t>
            </a:r>
          </a:p>
          <a:p>
            <a:endParaRPr lang="pt-BR" dirty="0"/>
          </a:p>
          <a:p>
            <a:r>
              <a:rPr lang="pt-BR" dirty="0"/>
              <a:t>Em Java, o tipo boolean possui apenas dois valores possíveis: true e false. Esses valores são sensíveis a maiúsculas e minúsculas, o que significa que devem ser escritos exatamente como mostrado, caso contrário, resultarão em erro de sintaxe.</a:t>
            </a:r>
          </a:p>
          <a:p>
            <a:endParaRPr lang="pt-BR" dirty="0"/>
          </a:p>
          <a:p>
            <a:r>
              <a:rPr lang="pt-BR" dirty="0"/>
              <a:t>Por ser um tipo primitivo, o tipo boolean é eficiente em termos de espaço de armazenamento e processamento, ocupando apenas 1 bit de memória. Ele pode ser declarado e inicializado da seguinte forma:</a:t>
            </a:r>
          </a:p>
        </p:txBody>
      </p:sp>
    </p:spTree>
    <p:extLst>
      <p:ext uri="{BB962C8B-B14F-4D97-AF65-F5344CB8AC3E}">
        <p14:creationId xmlns:p14="http://schemas.microsoft.com/office/powerpoint/2010/main" val="268937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Método equals()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método equals() da classe String é usado para comparar o conteúdo de duas strings e determinar se elas são iguais. Ele retorna true se as strings são iguais e false caso contrário. Exemplo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b="1" dirty="0"/>
              <a:t>String str1 = "hello";</a:t>
            </a:r>
          </a:p>
          <a:p>
            <a:pPr marL="0" indent="0">
              <a:buNone/>
            </a:pPr>
            <a:r>
              <a:rPr lang="en-US" b="1" dirty="0"/>
              <a:t>String str2 = "world";</a:t>
            </a:r>
          </a:p>
          <a:p>
            <a:pPr marL="0" indent="0">
              <a:buNone/>
            </a:pPr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 smtClean="0"/>
              <a:t>avalia</a:t>
            </a:r>
            <a:r>
              <a:rPr lang="en-US" b="1" dirty="0" smtClean="0"/>
              <a:t> </a:t>
            </a:r>
            <a:r>
              <a:rPr lang="en-US" b="1" dirty="0"/>
              <a:t>= str1.equals(str2); // </a:t>
            </a:r>
            <a:r>
              <a:rPr lang="en-US" b="1" dirty="0" err="1"/>
              <a:t>Retorna</a:t>
            </a:r>
            <a:r>
              <a:rPr lang="en-US" b="1" dirty="0"/>
              <a:t> </a:t>
            </a:r>
            <a:r>
              <a:rPr lang="en-US" b="1" dirty="0" smtClean="0"/>
              <a:t>false</a:t>
            </a:r>
          </a:p>
          <a:p>
            <a:pPr marL="0" indent="0">
              <a:buNone/>
            </a:pPr>
            <a:r>
              <a:rPr lang="en-US" b="1" dirty="0" smtClean="0"/>
              <a:t>If(</a:t>
            </a:r>
            <a:r>
              <a:rPr lang="en-US" b="1" dirty="0" err="1" smtClean="0"/>
              <a:t>avalia</a:t>
            </a:r>
            <a:r>
              <a:rPr lang="en-US" b="1" dirty="0" smtClean="0"/>
              <a:t> == true)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(“São </a:t>
            </a:r>
            <a:r>
              <a:rPr lang="en-US" b="1" dirty="0" err="1" smtClean="0"/>
              <a:t>iguais</a:t>
            </a:r>
            <a:r>
              <a:rPr lang="en-US" b="1" dirty="0" smtClean="0"/>
              <a:t>”);</a:t>
            </a:r>
          </a:p>
          <a:p>
            <a:pPr marL="0" indent="0">
              <a:buNone/>
            </a:pPr>
            <a:r>
              <a:rPr lang="en-US" b="1" dirty="0" smtClean="0"/>
              <a:t>else</a:t>
            </a:r>
            <a:endParaRPr lang="en-US" b="1" dirty="0"/>
          </a:p>
          <a:p>
            <a:r>
              <a:rPr lang="en-US" b="1" dirty="0" err="1"/>
              <a:t>System.out.println</a:t>
            </a:r>
            <a:r>
              <a:rPr lang="en-US" b="1" dirty="0"/>
              <a:t>(“São </a:t>
            </a:r>
            <a:r>
              <a:rPr lang="en-US" b="1" smtClean="0"/>
              <a:t>diferentes”);</a:t>
            </a:r>
            <a:endParaRPr lang="en-US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313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Sala de Reunião de Ião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ão de Ião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ão de Ião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268</Words>
  <Application>Microsoft Office PowerPoint</Application>
  <PresentationFormat>Ecrã Panorâmico</PresentationFormat>
  <Paragraphs>22</Paragraphs>
  <Slides>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Sala de Reunião de Ião</vt:lpstr>
      <vt:lpstr>Comparação de Strings</vt:lpstr>
      <vt:lpstr>Introdução às Strings em Java</vt:lpstr>
      <vt:lpstr>O tipo boolean</vt:lpstr>
      <vt:lpstr>O Método equals()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Comparação de Strings</dc:title>
  <dc:creator>Laboratorio</dc:creator>
  <cp:lastModifiedBy>Laboratorio</cp:lastModifiedBy>
  <cp:revision>2</cp:revision>
  <dcterms:created xsi:type="dcterms:W3CDTF">2024-03-18T11:13:29Z</dcterms:created>
  <dcterms:modified xsi:type="dcterms:W3CDTF">2024-03-18T12:15:21Z</dcterms:modified>
</cp:coreProperties>
</file>